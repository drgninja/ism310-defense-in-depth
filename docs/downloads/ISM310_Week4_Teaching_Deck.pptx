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03ed4f7f5475a" /><Relationship Type="http://schemas.openxmlformats.org/officeDocument/2006/relationships/extended-properties" Target="/docProps/app.xml" Id="Rc4843a4b01324967" /><Relationship Type="http://schemas.openxmlformats.org/officeDocument/2006/relationships/officeDocument" Target="/ppt/presentation.xml" Id="R8927fdbf2a9a44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08285c52a4935"/>
  </p:sldMasterIdLst>
  <p:notesMasterIdLst>
    <p:notesMasterId xmlns:r="http://schemas.openxmlformats.org/officeDocument/2006/relationships" r:id="Rc513c3595cf74bcb"/>
  </p:notesMasterIdLst>
  <p:sldIdLst>
    <p:sldId xmlns:r="http://schemas.openxmlformats.org/officeDocument/2006/relationships" id="256" r:id="Rc87eb19886714bf1"/>
    <p:sldId xmlns:r="http://schemas.openxmlformats.org/officeDocument/2006/relationships" id="257" r:id="Rfca08a983f3e4be8"/>
    <p:sldId xmlns:r="http://schemas.openxmlformats.org/officeDocument/2006/relationships" id="258" r:id="R45e60595039a43b8"/>
    <p:sldId xmlns:r="http://schemas.openxmlformats.org/officeDocument/2006/relationships" id="259" r:id="R01871ce7a9364118"/>
    <p:sldId xmlns:r="http://schemas.openxmlformats.org/officeDocument/2006/relationships" id="260" r:id="R7fc617e118b94c27"/>
    <p:sldId xmlns:r="http://schemas.openxmlformats.org/officeDocument/2006/relationships" id="261" r:id="R65b2b5c84d684657"/>
    <p:sldId xmlns:r="http://schemas.openxmlformats.org/officeDocument/2006/relationships" id="262" r:id="R18f10423f9d04ada"/>
    <p:sldId xmlns:r="http://schemas.openxmlformats.org/officeDocument/2006/relationships" id="263" r:id="R740b9748b4664234"/>
    <p:sldId xmlns:r="http://schemas.openxmlformats.org/officeDocument/2006/relationships" id="264" r:id="R55a3667646d04ff1"/>
    <p:sldId xmlns:r="http://schemas.openxmlformats.org/officeDocument/2006/relationships" id="265" r:id="R903a850bf8b64021"/>
    <p:sldId xmlns:r="http://schemas.openxmlformats.org/officeDocument/2006/relationships" id="266" r:id="R248ca099e8a64bf1"/>
    <p:sldId xmlns:r="http://schemas.openxmlformats.org/officeDocument/2006/relationships" id="267" r:id="R75d6e8c28aaa4386"/>
    <p:sldId xmlns:r="http://schemas.openxmlformats.org/officeDocument/2006/relationships" id="268" r:id="R3e7bfa5c03d34fdd"/>
    <p:sldId xmlns:r="http://schemas.openxmlformats.org/officeDocument/2006/relationships" id="269" r:id="Ra1ed5af0f0a945ef"/>
    <p:sldId xmlns:r="http://schemas.openxmlformats.org/officeDocument/2006/relationships" id="270" r:id="R0d1d9e92f5a94186"/>
    <p:sldId xmlns:r="http://schemas.openxmlformats.org/officeDocument/2006/relationships" id="271" r:id="Rfec779e0c6674433"/>
    <p:sldId xmlns:r="http://schemas.openxmlformats.org/officeDocument/2006/relationships" id="272" r:id="Rfefb2eac7c414bd1"/>
    <p:sldId xmlns:r="http://schemas.openxmlformats.org/officeDocument/2006/relationships" id="273" r:id="R6641f6cdc6314375"/>
    <p:sldId xmlns:r="http://schemas.openxmlformats.org/officeDocument/2006/relationships" id="274" r:id="R39ce08439ce04a31"/>
    <p:sldId xmlns:r="http://schemas.openxmlformats.org/officeDocument/2006/relationships" id="275" r:id="R30801479fbb34a72"/>
    <p:sldId xmlns:r="http://schemas.openxmlformats.org/officeDocument/2006/relationships" id="276" r:id="Rc47fc10f548a432a"/>
    <p:sldId xmlns:r="http://schemas.openxmlformats.org/officeDocument/2006/relationships" id="277" r:id="R6a0fe5e7e6ae4458"/>
    <p:sldId xmlns:r="http://schemas.openxmlformats.org/officeDocument/2006/relationships" id="278" r:id="Rc4d78f18dc294a8e"/>
    <p:sldId xmlns:r="http://schemas.openxmlformats.org/officeDocument/2006/relationships" id="279" r:id="R1852b5bc27cf47d7"/>
    <p:sldId xmlns:r="http://schemas.openxmlformats.org/officeDocument/2006/relationships" id="280" r:id="Rd2cfba0f6ce34479"/>
    <p:sldId xmlns:r="http://schemas.openxmlformats.org/officeDocument/2006/relationships" id="281" r:id="Rc31bdfda64b946a9"/>
    <p:sldId xmlns:r="http://schemas.openxmlformats.org/officeDocument/2006/relationships" id="282" r:id="Rd48985efcf124c4a"/>
    <p:sldId xmlns:r="http://schemas.openxmlformats.org/officeDocument/2006/relationships" id="283" r:id="R13dec32a21de460d"/>
    <p:sldId xmlns:r="http://schemas.openxmlformats.org/officeDocument/2006/relationships" id="284" r:id="R61beb7dfd6994a3a"/>
    <p:sldId xmlns:r="http://schemas.openxmlformats.org/officeDocument/2006/relationships" id="285" r:id="R86270e3f90864d67"/>
    <p:sldId xmlns:r="http://schemas.openxmlformats.org/officeDocument/2006/relationships" id="286" r:id="R3348172edcb24e69"/>
    <p:sldId xmlns:r="http://schemas.openxmlformats.org/officeDocument/2006/relationships" id="287" r:id="R5ce207f6cc2a4166"/>
    <p:sldId xmlns:r="http://schemas.openxmlformats.org/officeDocument/2006/relationships" id="288" r:id="Rf63a5fd3c3de41e2"/>
    <p:sldId xmlns:r="http://schemas.openxmlformats.org/officeDocument/2006/relationships" id="289" r:id="R2937bda0b9fa45cc"/>
    <p:sldId xmlns:r="http://schemas.openxmlformats.org/officeDocument/2006/relationships" id="290" r:id="R6dca0c00b6fd4931"/>
    <p:sldId xmlns:r="http://schemas.openxmlformats.org/officeDocument/2006/relationships" id="291" r:id="Rcefe615b972442f2"/>
    <p:sldId xmlns:r="http://schemas.openxmlformats.org/officeDocument/2006/relationships" id="292" r:id="R83014521f0ff4622"/>
    <p:sldId xmlns:r="http://schemas.openxmlformats.org/officeDocument/2006/relationships" id="293" r:id="R58b660c22d7945a6"/>
    <p:sldId xmlns:r="http://schemas.openxmlformats.org/officeDocument/2006/relationships" id="294" r:id="Rc913bfde5a6444a7"/>
    <p:sldId xmlns:r="http://schemas.openxmlformats.org/officeDocument/2006/relationships" id="295" r:id="R62aa3315bc4a47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7411ec83346d2" /><Relationship Type="http://schemas.openxmlformats.org/officeDocument/2006/relationships/slideMaster" Target="/ppt/slideMasters/slideMaster1.xml" Id="R78f08285c52a4935" /><Relationship Type="http://schemas.openxmlformats.org/officeDocument/2006/relationships/notesMaster" Target="/ppt/notesMasters/notesMaster1.xml" Id="Rc513c3595cf74bcb" /><Relationship Type="http://schemas.openxmlformats.org/officeDocument/2006/relationships/presProps" Target="/ppt/presProps.xml" Id="Rd2208b49e60b4926" /><Relationship Type="http://schemas.openxmlformats.org/officeDocument/2006/relationships/tableStyles" Target="/ppt/tableStyles.xml" Id="R32e827d912a34e38" /><Relationship Type="http://schemas.openxmlformats.org/officeDocument/2006/relationships/slide" Target="/ppt/slides/slide1.xml" Id="Rc87eb19886714bf1" /><Relationship Type="http://schemas.openxmlformats.org/officeDocument/2006/relationships/slide" Target="/ppt/slides/slide2.xml" Id="Rfca08a983f3e4be8" /><Relationship Type="http://schemas.openxmlformats.org/officeDocument/2006/relationships/slide" Target="/ppt/slides/slide3.xml" Id="R45e60595039a43b8" /><Relationship Type="http://schemas.openxmlformats.org/officeDocument/2006/relationships/slide" Target="/ppt/slides/slide4.xml" Id="R01871ce7a9364118" /><Relationship Type="http://schemas.openxmlformats.org/officeDocument/2006/relationships/slide" Target="/ppt/slides/slide5.xml" Id="R7fc617e118b94c27" /><Relationship Type="http://schemas.openxmlformats.org/officeDocument/2006/relationships/slide" Target="/ppt/slides/slide6.xml" Id="R65b2b5c84d684657" /><Relationship Type="http://schemas.openxmlformats.org/officeDocument/2006/relationships/slide" Target="/ppt/slides/slide7.xml" Id="R18f10423f9d04ada" /><Relationship Type="http://schemas.openxmlformats.org/officeDocument/2006/relationships/slide" Target="/ppt/slides/slide8.xml" Id="R740b9748b4664234" /><Relationship Type="http://schemas.openxmlformats.org/officeDocument/2006/relationships/slide" Target="/ppt/slides/slide9.xml" Id="R55a3667646d04ff1" /><Relationship Type="http://schemas.openxmlformats.org/officeDocument/2006/relationships/slide" Target="/ppt/slides/slide10.xml" Id="R903a850bf8b64021" /><Relationship Type="http://schemas.openxmlformats.org/officeDocument/2006/relationships/slide" Target="/ppt/slides/slide11.xml" Id="R248ca099e8a64bf1" /><Relationship Type="http://schemas.openxmlformats.org/officeDocument/2006/relationships/slide" Target="/ppt/slides/slide12.xml" Id="R75d6e8c28aaa4386" /><Relationship Type="http://schemas.openxmlformats.org/officeDocument/2006/relationships/slide" Target="/ppt/slides/slide13.xml" Id="R3e7bfa5c03d34fdd" /><Relationship Type="http://schemas.openxmlformats.org/officeDocument/2006/relationships/slide" Target="/ppt/slides/slide14.xml" Id="Ra1ed5af0f0a945ef" /><Relationship Type="http://schemas.openxmlformats.org/officeDocument/2006/relationships/slide" Target="/ppt/slides/slide15.xml" Id="R0d1d9e92f5a94186" /><Relationship Type="http://schemas.openxmlformats.org/officeDocument/2006/relationships/slide" Target="/ppt/slides/slide16.xml" Id="Rfec779e0c6674433" /><Relationship Type="http://schemas.openxmlformats.org/officeDocument/2006/relationships/slide" Target="/ppt/slides/slide17.xml" Id="Rfefb2eac7c414bd1" /><Relationship Type="http://schemas.openxmlformats.org/officeDocument/2006/relationships/slide" Target="/ppt/slides/slide18.xml" Id="R6641f6cdc6314375" /><Relationship Type="http://schemas.openxmlformats.org/officeDocument/2006/relationships/slide" Target="/ppt/slides/slide19.xml" Id="R39ce08439ce04a31" /><Relationship Type="http://schemas.openxmlformats.org/officeDocument/2006/relationships/slide" Target="/ppt/slides/slide20.xml" Id="R30801479fbb34a72" /><Relationship Type="http://schemas.openxmlformats.org/officeDocument/2006/relationships/slide" Target="/ppt/slides/slide21.xml" Id="Rc47fc10f548a432a" /><Relationship Type="http://schemas.openxmlformats.org/officeDocument/2006/relationships/slide" Target="/ppt/slides/slide22.xml" Id="R6a0fe5e7e6ae4458" /><Relationship Type="http://schemas.openxmlformats.org/officeDocument/2006/relationships/slide" Target="/ppt/slides/slide23.xml" Id="Rc4d78f18dc294a8e" /><Relationship Type="http://schemas.openxmlformats.org/officeDocument/2006/relationships/slide" Target="/ppt/slides/slide24.xml" Id="R1852b5bc27cf47d7" /><Relationship Type="http://schemas.openxmlformats.org/officeDocument/2006/relationships/slide" Target="/ppt/slides/slide25.xml" Id="Rd2cfba0f6ce34479" /><Relationship Type="http://schemas.openxmlformats.org/officeDocument/2006/relationships/slide" Target="/ppt/slides/slide26.xml" Id="Rc31bdfda64b946a9" /><Relationship Type="http://schemas.openxmlformats.org/officeDocument/2006/relationships/slide" Target="/ppt/slides/slide27.xml" Id="Rd48985efcf124c4a" /><Relationship Type="http://schemas.openxmlformats.org/officeDocument/2006/relationships/slide" Target="/ppt/slides/slide28.xml" Id="R13dec32a21de460d" /><Relationship Type="http://schemas.openxmlformats.org/officeDocument/2006/relationships/slide" Target="/ppt/slides/slide29.xml" Id="R61beb7dfd6994a3a" /><Relationship Type="http://schemas.openxmlformats.org/officeDocument/2006/relationships/slide" Target="/ppt/slides/slide30.xml" Id="R86270e3f90864d67" /><Relationship Type="http://schemas.openxmlformats.org/officeDocument/2006/relationships/slide" Target="/ppt/slides/slide31.xml" Id="R3348172edcb24e69" /><Relationship Type="http://schemas.openxmlformats.org/officeDocument/2006/relationships/slide" Target="/ppt/slides/slide32.xml" Id="R5ce207f6cc2a4166" /><Relationship Type="http://schemas.openxmlformats.org/officeDocument/2006/relationships/slide" Target="/ppt/slides/slide33.xml" Id="Rf63a5fd3c3de41e2" /><Relationship Type="http://schemas.openxmlformats.org/officeDocument/2006/relationships/slide" Target="/ppt/slides/slide34.xml" Id="R2937bda0b9fa45cc" /><Relationship Type="http://schemas.openxmlformats.org/officeDocument/2006/relationships/slide" Target="/ppt/slides/slide35.xml" Id="R6dca0c00b6fd4931" /><Relationship Type="http://schemas.openxmlformats.org/officeDocument/2006/relationships/slide" Target="/ppt/slides/slide36.xml" Id="Rcefe615b972442f2" /><Relationship Type="http://schemas.openxmlformats.org/officeDocument/2006/relationships/slide" Target="/ppt/slides/slide37.xml" Id="R83014521f0ff4622" /><Relationship Type="http://schemas.openxmlformats.org/officeDocument/2006/relationships/slide" Target="/ppt/slides/slide38.xml" Id="R58b660c22d7945a6" /><Relationship Type="http://schemas.openxmlformats.org/officeDocument/2006/relationships/slide" Target="/ppt/slides/slide39.xml" Id="Rc913bfde5a6444a7" /><Relationship Type="http://schemas.openxmlformats.org/officeDocument/2006/relationships/slide" Target="/ppt/slides/slide40.xml" Id="R62aa3315bc4a47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63a873dee941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655d64d294857" /><Relationship Type="http://schemas.openxmlformats.org/officeDocument/2006/relationships/notesMaster" Target="/ppt/notesMasters/notesMaster1.xml" Id="R2cb7cad100eb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11ad68c3804b38" /><Relationship Type="http://schemas.openxmlformats.org/officeDocument/2006/relationships/notesMaster" Target="/ppt/notesMasters/notesMaster1.xml" Id="R8f6d7b37217a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d8732a4d74c42" /><Relationship Type="http://schemas.openxmlformats.org/officeDocument/2006/relationships/notesMaster" Target="/ppt/notesMasters/notesMaster1.xml" Id="R5d77aa8be5794a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c1681c3f61449f" /><Relationship Type="http://schemas.openxmlformats.org/officeDocument/2006/relationships/notesMaster" Target="/ppt/notesMasters/notesMaster1.xml" Id="R6204eba1759344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23855a037c418f" /><Relationship Type="http://schemas.openxmlformats.org/officeDocument/2006/relationships/notesMaster" Target="/ppt/notesMasters/notesMaster1.xml" Id="R44fcf70d4d0b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233393a495487f" /><Relationship Type="http://schemas.openxmlformats.org/officeDocument/2006/relationships/notesMaster" Target="/ppt/notesMasters/notesMaster1.xml" Id="Rd7cba2de466b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8f3424edde4642" /><Relationship Type="http://schemas.openxmlformats.org/officeDocument/2006/relationships/notesMaster" Target="/ppt/notesMasters/notesMaster1.xml" Id="Ra4b909b395654e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79604dcf2d4709" /><Relationship Type="http://schemas.openxmlformats.org/officeDocument/2006/relationships/notesMaster" Target="/ppt/notesMasters/notesMaster1.xml" Id="Re25ea8ad39644f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cbab5b20ea4183" /><Relationship Type="http://schemas.openxmlformats.org/officeDocument/2006/relationships/notesMaster" Target="/ppt/notesMasters/notesMaster1.xml" Id="R9e3ef9b9e06d4c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4f53ad68204ca6" /><Relationship Type="http://schemas.openxmlformats.org/officeDocument/2006/relationships/notesMaster" Target="/ppt/notesMasters/notesMaster1.xml" Id="R5f64fb72dde84d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aa05fca9b64b4e" /><Relationship Type="http://schemas.openxmlformats.org/officeDocument/2006/relationships/notesMaster" Target="/ppt/notesMasters/notesMaster1.xml" Id="R05cc181d118e49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726f46c0fa4617" /><Relationship Type="http://schemas.openxmlformats.org/officeDocument/2006/relationships/notesMaster" Target="/ppt/notesMasters/notesMaster1.xml" Id="R2cb9e708fe4f41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c025db53cf4269" /><Relationship Type="http://schemas.openxmlformats.org/officeDocument/2006/relationships/notesMaster" Target="/ppt/notesMasters/notesMaster1.xml" Id="R4363e4a4b83841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0fce35e13f4d19" /><Relationship Type="http://schemas.openxmlformats.org/officeDocument/2006/relationships/notesMaster" Target="/ppt/notesMasters/notesMaster1.xml" Id="R1e42324c39be4f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36c49d6a7c43b0" /><Relationship Type="http://schemas.openxmlformats.org/officeDocument/2006/relationships/notesMaster" Target="/ppt/notesMasters/notesMaster1.xml" Id="R8b63945a645b40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7a924b74834f1b" /><Relationship Type="http://schemas.openxmlformats.org/officeDocument/2006/relationships/notesMaster" Target="/ppt/notesMasters/notesMaster1.xml" Id="Rd770d9a8b88b40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903003d8e246e1" /><Relationship Type="http://schemas.openxmlformats.org/officeDocument/2006/relationships/notesMaster" Target="/ppt/notesMasters/notesMaster1.xml" Id="R1b0897e977374c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edc613f7fe4c31" /><Relationship Type="http://schemas.openxmlformats.org/officeDocument/2006/relationships/notesMaster" Target="/ppt/notesMasters/notesMaster1.xml" Id="R25e8ac53809347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c60d86fb214df7" /><Relationship Type="http://schemas.openxmlformats.org/officeDocument/2006/relationships/notesMaster" Target="/ppt/notesMasters/notesMaster1.xml" Id="R60bc03fc095041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055928a6d94ff4" /><Relationship Type="http://schemas.openxmlformats.org/officeDocument/2006/relationships/notesMaster" Target="/ppt/notesMasters/notesMaster1.xml" Id="Ra7d6952ff8034b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a8d0321a864220" /><Relationship Type="http://schemas.openxmlformats.org/officeDocument/2006/relationships/notesMaster" Target="/ppt/notesMasters/notesMaster1.xml" Id="R48aebf1b79d54b3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69e49b02464e0f" /><Relationship Type="http://schemas.openxmlformats.org/officeDocument/2006/relationships/notesMaster" Target="/ppt/notesMasters/notesMaster1.xml" Id="Rd770f61239bb43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23e3dd6c0134b9a" /><Relationship Type="http://schemas.openxmlformats.org/officeDocument/2006/relationships/notesMaster" Target="/ppt/notesMasters/notesMaster1.xml" Id="Rf69e0017ab7a48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be486e923a14614" /><Relationship Type="http://schemas.openxmlformats.org/officeDocument/2006/relationships/notesMaster" Target="/ppt/notesMasters/notesMaster1.xml" Id="R37a600dde24149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c75ecc7d5a4096" /><Relationship Type="http://schemas.openxmlformats.org/officeDocument/2006/relationships/notesMaster" Target="/ppt/notesMasters/notesMaster1.xml" Id="Rd7c9a95ad7634e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2445c0403f4025" /><Relationship Type="http://schemas.openxmlformats.org/officeDocument/2006/relationships/notesMaster" Target="/ppt/notesMasters/notesMaster1.xml" Id="Rdf9e31343cb54c7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d289121878340df" /><Relationship Type="http://schemas.openxmlformats.org/officeDocument/2006/relationships/notesMaster" Target="/ppt/notesMasters/notesMaster1.xml" Id="R4a21ae1aa9cf43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1303881a5d84cb0" /><Relationship Type="http://schemas.openxmlformats.org/officeDocument/2006/relationships/notesMaster" Target="/ppt/notesMasters/notesMaster1.xml" Id="Ra317667904a74a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e11001b44d4444" /><Relationship Type="http://schemas.openxmlformats.org/officeDocument/2006/relationships/notesMaster" Target="/ppt/notesMasters/notesMaster1.xml" Id="R3c03e9da5656486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9eeaf120a894db1" /><Relationship Type="http://schemas.openxmlformats.org/officeDocument/2006/relationships/notesMaster" Target="/ppt/notesMasters/notesMaster1.xml" Id="R14054c5c169e4d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4eb4f5a3b24d35" /><Relationship Type="http://schemas.openxmlformats.org/officeDocument/2006/relationships/notesMaster" Target="/ppt/notesMasters/notesMaster1.xml" Id="Re49f1545e23548b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56e27d05ab44a8" /><Relationship Type="http://schemas.openxmlformats.org/officeDocument/2006/relationships/notesMaster" Target="/ppt/notesMasters/notesMaster1.xml" Id="R70c8c63a4cc2475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f8dfa4efe14fc5" /><Relationship Type="http://schemas.openxmlformats.org/officeDocument/2006/relationships/notesMaster" Target="/ppt/notesMasters/notesMaster1.xml" Id="R904f2896de2040c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f6738b9e13b409f" /><Relationship Type="http://schemas.openxmlformats.org/officeDocument/2006/relationships/notesMaster" Target="/ppt/notesMasters/notesMaster1.xml" Id="R8301725d543644d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b1e634bd84d4e01" /><Relationship Type="http://schemas.openxmlformats.org/officeDocument/2006/relationships/notesMaster" Target="/ppt/notesMasters/notesMaster1.xml" Id="R9450ad755e69484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edd95449dbd42c0" /><Relationship Type="http://schemas.openxmlformats.org/officeDocument/2006/relationships/notesMaster" Target="/ppt/notesMasters/notesMaster1.xml" Id="R156b89495c3443a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d71b76cdd174303" /><Relationship Type="http://schemas.openxmlformats.org/officeDocument/2006/relationships/notesMaster" Target="/ppt/notesMasters/notesMaster1.xml" Id="R7a6840a99bbe464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1219aabf8ff4134" /><Relationship Type="http://schemas.openxmlformats.org/officeDocument/2006/relationships/notesMaster" Target="/ppt/notesMasters/notesMaster1.xml" Id="Refac24cb7b304e8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591a9c2c1e445ea" /><Relationship Type="http://schemas.openxmlformats.org/officeDocument/2006/relationships/notesMaster" Target="/ppt/notesMasters/notesMaster1.xml" Id="R8c7d2db17ba948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7c158db86a64e2d" /><Relationship Type="http://schemas.openxmlformats.org/officeDocument/2006/relationships/notesMaster" Target="/ppt/notesMasters/notesMaster1.xml" Id="R6cc6edcd674d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150-minute class meetings, 3:00–5:30 p.m. Eastern, IBC 211. Thursday reserved for oral presentations. Final written work Friday November 13 at 5 p.m.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BIA appears in both Weeks 3 and 4 in the supplied syllabus. Monday reviews BIA then develops BCP so Thursday can remain presentation day. No modules are removed or renamed. Sources S1, S2.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O1 CYB1.2/1.5; O2/O3 CYB1.5/1.6; O4/O5 CYB1.5. SLO13.1/13.4/13.5/13.6 through reasoning, ethics, oral presentation, and writing. Six 25-minute workshops Monday–Wednesday and two five-minute Thursday checks are ungraded.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150-minute teaching agenda. Review Chapter 12 then teach Chapter 13. Final-week exceptions to Sunday deadlines are explicit. Sources S1, S2.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purpose and coordination without treating plans as interchangeable. This course-level comparison does not prescribe a new assignment structure. Sources S1, S2, S3.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workaround has a scope and capacity. A cloud service remaining up does not establish staff access to it. A physical outage does not prove a cyberattack. Sources S1, S2 and original 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write a Health Network plan. Manual queues contain no payment details in the exercise. Remote working prerequisites remain unverified. Original practice 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course module terms. Other planning publications may use different labels; identify scope rather than claiming a universal phase taxonomy. Sources S1, S2.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Reconciliation matters for duplicate or missing orders. Confirm safe stable normal operations and authorized closure. Do not close solely because a screen loads. Original practice D2.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P4 rubric is 10,30,30,10,5,5,5,5 points. Minimum 6–8 pages total excluding cover, contents, references is ambiguous as written; do not normalize. The instructor guide preserves the actual wording.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DQ9 asks for five fundamental components and the first risk-management step. The exact textbook taxonomy is not supplied here; do not invent a five-item list from a different framework or present one process as universal.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exit questions. Presentation upload November 12 at 5:30 p.m. Eastern. DQ9 DQ10 P4 Final Report November 13 at 5 p.m. Eastern.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 business continuity and reconstitution. Recovery success concerns the actual agreed service scope. Sources S1, S2, S3.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detailed plan needs context, owners, communications, prerequisites, and maintained procedures. These teaching topics do not add a DRP deliverable to Project 4. Sources S1, S2 Chapter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copy can exist while recovery still fails. When compromise is suspected, the response lead must coordinate safe recovery conditions. Do not restore into a known unsafe environment. Sources S1, S2 and original D3.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justified preparation overlaps. Reconciliation and authorized return follow validation; a backup job status cannot replace a restore test. Original practice D3.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are supplied toy values. No MTD is provided. Use usable order processing rather than a login-screen milestone for the stated recovery target. Original practice D4.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RTO missed because five exceeds four hours. RPO met because fifteen minutes is within thirty. No conclusion about MTD. No guarantee of all-workflow recovery or later reconciliation. Original practice D4.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Report names NIST RMF and comparative analysis. Explain source roles without writing its checklist. RMF Rev. 2 uses Prepare, Categorize, Select, Implement, Assess, Authorize, Monitor. Generic identify/assess/respond/monitor language is not the exact step list. Source S5, official publication. Source S1 for assignment wording.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Final Report minimum ten pages excluding cover, contents, bibliography. Structure Abstract, Introduction, Progress Report, Final Report, References. One-page cited abstract is course-specific. The prompt repeats Progress Report labels; preserve requirements and refer ambiguity rather than inventing ten additional pages.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exit questions. Keep paper track distinct from organizational Project 4. Sources S1, S2.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 completes substantive module teaching before oral presentations. No real systems or customer records are used. Sources S1, S2.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titles and authority depend on the organization. A named team without contacts, scope, resources, and practiced procedures is insufficient. Sources S1 and S2 Chapter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suspicious message and failed logins do not establish a breach. Preservation and containment can require concurrent decisions. Avoid invented data-loss, legal, or notification conclusions. Original practice D5.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manager’s question: the supplied evidence does not confirm a breach. Identify what further records would support classification, within authorized scope. Original practice D5.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800-61 Rev. 3 April 2025 supersedes Rev. 2. It places response recommendations within cybersecurity risk management rather than simply reprinting the older phase model. Do not call older labels the exact Rev. 3 lifecycle. Source S4.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invented practice records. No actual remediation or complete eradication is claimed. Original practice D6.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reduction requires evidence about scope and mechanism. A patch ticket plus one negative test is not a universal guarantee. Original practice D6.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Alphabetical order is published. Do not invent the ISM 310 roster from another course. One rubric row says 15 minutes, while prompt and notes repeat 3–5; flag the conflict for professor clarification and plan using 3–5. No content drafting.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upload due Thursday November 12 at 5:30 p.m. Eastern. Four remaining items due Friday November 13 at 5 p.m. Eastern.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 during setup. Do not teach a full lecture. Confirm the actual roster, accessibility arrangements, and timing. One rubric row conflicts at 15 minutes; professor resolves it. Sources S1 and instructor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workbook D7 or browser checklist. No model text or automated grading. This readiness check fits the first five minutes. Original practice D7.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actual assignment structure, not a template containing student answers. Include disclosure at the end per current instructions without adding a required seventh slide.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Holding slide. Student decks replace this display while presenting. Instructor records rubric evidence privately. No invented roster or peer grading form is supplied.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Holding slide only. The break is a planning choice within the 150-minute class, not an assignment requirement. Instructor may adapt pacing without changing published graded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Holding slide. The two blocks total 125 minutes. At five-minute talks plus one-minute transitions, estimated capacity is twenty students. At three-minute talks plus one-minute transitions, thirty-one. Actual roster and accommodations must be checked before class. This does not set a new grading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5:25–5:30 after closing notices and any contingency. No peer scores or student names needed. Do not use reflection as a substitute for required discussion participation. Original practice D8.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times exactly. These match the updated export and instructor confirmation. No Sunday November 15 deadline applies. November 12 is last class, November 13 is the instructor-set final-work deadline, and the supplied term table ends November 14.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practical checks, not new rubric criteria. No scheduled Friday class or extra presentation is implied. Source 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S1: Course authority — Instructor-supplied updated Canvas export dated October 16 2026. Week 4 syllabus, Chapters 12–15 checklists, module objectives, Project 4, Final Report, Final Presentation, DQ9, and DQ10; instructor confirmation that oral presentations occur November 12 and final written work is due November 13. Current Canvas and professor-approved changes control.</a:t>
            </a:r>
          </a:p>
          <a:p xmlns:a="http://schemas.openxmlformats.org/drawingml/2006/main">
            <a:r>
              <a:t>S2: Assigned textbook — Gibson, D. (2015). Managing Risk in Information Systems (2nd ed.). Chapter 12 Mitigating Risk with a Business Impact Analysis; Chapter 13 Mitigating Risk with a Business Continuity Plan; Chapter 14 Mitigating Risk with a Disaster Recovery Plan; Chapter 15 Mitigating Risk with a Computer Incident Response Team Plan. Review Chapter 12 on Monday, alongside Chapter 13. No textbook chapters are reproduced.</a:t>
            </a:r>
          </a:p>
          <a:p xmlns:a="http://schemas.openxmlformats.org/drawingml/2006/main">
            <a:r>
              <a:t>S3: Contingency planning reference — NIST SP 800-34 Rev. 1, Contingency Planning Guide for Federal Information Systems (2010, updated November 11). https://csrc.nist.gov/pubs/sp/800/34/r1/upd1/final . Reference for contingency planning context; fictional exercises do not establish a business’s approved recovery objectives.</a:t>
            </a:r>
          </a:p>
          <a:p xmlns:a="http://schemas.openxmlformats.org/drawingml/2006/main">
            <a:r>
              <a:t>S4: Incident response edition — NIST SP 800-61 Rev. 3, Incident Response Recommendations and Considerations for Cybersecurity Risk Management: A CSF 2.0 Community Profile (April 2025). https://csrc.nist.gov/pubs/sp/800/61/r3/final . Supersedes Rev. 2. Identify the edition when discussing older lifecycle terminology from assigned readings. Do not silently relabel older phases as the Rev. 3 structure.</a:t>
            </a:r>
          </a:p>
          <a:p xmlns:a="http://schemas.openxmlformats.org/drawingml/2006/main">
            <a:r>
              <a:t>S5: Risk Management Framework reference — NIST SP 800-37 Rev. 2, Risk Management Framework for Information Systems and Organizations: A System Life Cycle Approach for Security and Privacy (2018). https://csrc.nist.gov/pubs/sp/800/37/r2/final . Reference for RMF terminology and scope. An assessment method, RMF, and a control catalog serve different purposes.</a:t>
            </a:r>
          </a:p>
          <a:p xmlns:a="http://schemas.openxmlformats.org/drawingml/2006/main">
            <a:r>
              <a:t>S6: Optional publishing reference — GitHub Pages documentation. https://docs.github.com/en/pages/getting-started-with-github-pages/what-is-github-pages . The browser practice can also run locally. Publishing does not create a Canvas submission.</a:t>
            </a:r>
          </a:p>
          <a:p xmlns:a="http://schemas.openxmlformats.org/drawingml/2006/main">
            <a:r>
              <a:t>No new graded requirements are introduced. All invented evidence records are labeled fictional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82aae6f7d46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8430205994c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b239e4af045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8f851a9e542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23a3ab6eb49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dd659909f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852C48-FFE4-47D3-8950-D91C03A6E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93FAFA-72E8-45CD-A9AD-6FAC0F0530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366680-76C2-4474-A0A9-8542DD639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D9D2D9-A35F-4EB0-AF0D-B5C8E7E94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5C5C54-DF12-45C5-A8A2-ACF832A0CD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97959F-8E03-49A7-81EA-5D0BAE7DF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B650B8-BFD5-4717-BBED-26F4AC7BC7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EA6B8E-4EFC-4D2D-8F92-B9CD157665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23E3D0-F595-41BE-8F3C-2946122FE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7D7248-6080-4626-99CD-6373CC30DF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9a305ad6964cf4" /><Relationship Type="http://schemas.openxmlformats.org/officeDocument/2006/relationships/slideLayout" Target="/ppt/slideLayouts/slideLayout1.xml" Id="Rdacde73a9f5d49c9" /><Relationship Type="http://schemas.openxmlformats.org/officeDocument/2006/relationships/slideLayout" Target="/ppt/slideLayouts/slideLayout2.xml" Id="R6184e24e0e954ff8" /><Relationship Type="http://schemas.openxmlformats.org/officeDocument/2006/relationships/slideLayout" Target="/ppt/slideLayouts/slideLayout3.xml" Id="R765e0c6f9a2f45a4" /><Relationship Type="http://schemas.openxmlformats.org/officeDocument/2006/relationships/slideLayout" Target="/ppt/slideLayouts/slideLayout4.xml" Id="Rc0f592bd207d46e6" /><Relationship Type="http://schemas.openxmlformats.org/officeDocument/2006/relationships/slideLayout" Target="/ppt/slideLayouts/slideLayout5.xml" Id="R2cebe2b1f81e419b" /><Relationship Type="http://schemas.openxmlformats.org/officeDocument/2006/relationships/slideLayout" Target="/ppt/slideLayouts/slideLayout6.xml" Id="R83316d5ee0cf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de73a9f5d49c9"/>
    <p:sldLayoutId xmlns:r="http://schemas.openxmlformats.org/officeDocument/2006/relationships" id="2147483650" r:id="R6184e24e0e954ff8"/>
    <p:sldLayoutId xmlns:r="http://schemas.openxmlformats.org/officeDocument/2006/relationships" id="2147483651" r:id="R765e0c6f9a2f45a4"/>
    <p:sldLayoutId xmlns:r="http://schemas.openxmlformats.org/officeDocument/2006/relationships" id="2147483652" r:id="Rc0f592bd207d46e6"/>
    <p:sldLayoutId xmlns:r="http://schemas.openxmlformats.org/officeDocument/2006/relationships" id="2147483653" r:id="R2cebe2b1f81e419b"/>
    <p:sldLayoutId xmlns:r="http://schemas.openxmlformats.org/officeDocument/2006/relationships" id="2147483654" r:id="R83316d5ee0cf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7faaf564342bb" /><Relationship Type="http://schemas.openxmlformats.org/officeDocument/2006/relationships/notesSlide" Target="/ppt/notesSlides/notesSlide1.xml" Id="R1a345725fb3f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6c5beab9d41a4" /><Relationship Type="http://schemas.openxmlformats.org/officeDocument/2006/relationships/notesSlide" Target="/ppt/notesSlides/notesSlide2.xml" Id="R67d17db60c1b47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c1a2c0ec54980" /><Relationship Type="http://schemas.openxmlformats.org/officeDocument/2006/relationships/notesSlide" Target="/ppt/notesSlides/notesSlide3.xml" Id="R4f6324a68a7e48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624863d654f3c" /><Relationship Type="http://schemas.openxmlformats.org/officeDocument/2006/relationships/notesSlide" Target="/ppt/notesSlides/notesSlide4.xml" Id="R297734e987964a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f2138b91a4e1c" /><Relationship Type="http://schemas.openxmlformats.org/officeDocument/2006/relationships/notesSlide" Target="/ppt/notesSlides/notesSlide5.xml" Id="Re6b3bac6b210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7b2ea7ab544b4" /><Relationship Type="http://schemas.openxmlformats.org/officeDocument/2006/relationships/notesSlide" Target="/ppt/notesSlides/notesSlide6.xml" Id="Ra94d4d908ea24f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b979bde2e4b4c" /><Relationship Type="http://schemas.openxmlformats.org/officeDocument/2006/relationships/notesSlide" Target="/ppt/notesSlides/notesSlide7.xml" Id="Rce58ff4dcaf441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5c35ed1c44fa2" /><Relationship Type="http://schemas.openxmlformats.org/officeDocument/2006/relationships/notesSlide" Target="/ppt/notesSlides/notesSlide8.xml" Id="Ra48cbfdbc2e046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476b080624617" /><Relationship Type="http://schemas.openxmlformats.org/officeDocument/2006/relationships/notesSlide" Target="/ppt/notesSlides/notesSlide9.xml" Id="Rba57a9f0a8c640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ad9ad489d4275" /><Relationship Type="http://schemas.openxmlformats.org/officeDocument/2006/relationships/notesSlide" Target="/ppt/notesSlides/notesSlide10.xml" Id="Rab29a83ad8804d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b491b0dac475b" /><Relationship Type="http://schemas.openxmlformats.org/officeDocument/2006/relationships/notesSlide" Target="/ppt/notesSlides/notesSlide11.xml" Id="R74f24c4fb0af48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2310a1d364481" /><Relationship Type="http://schemas.openxmlformats.org/officeDocument/2006/relationships/notesSlide" Target="/ppt/notesSlides/notesSlide12.xml" Id="R9167a3ba6a1d41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e5caf831e4241" /><Relationship Type="http://schemas.openxmlformats.org/officeDocument/2006/relationships/notesSlide" Target="/ppt/notesSlides/notesSlide13.xml" Id="R14d01ee0efbf43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e786b5d784064" /><Relationship Type="http://schemas.openxmlformats.org/officeDocument/2006/relationships/notesSlide" Target="/ppt/notesSlides/notesSlide14.xml" Id="R56f28ac6b37543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a49625b464567" /><Relationship Type="http://schemas.openxmlformats.org/officeDocument/2006/relationships/notesSlide" Target="/ppt/notesSlides/notesSlide15.xml" Id="Rb4dac9d9ccb042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eb0d540a84899" /><Relationship Type="http://schemas.openxmlformats.org/officeDocument/2006/relationships/notesSlide" Target="/ppt/notesSlides/notesSlide16.xml" Id="R8e0d9d51e08d44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1038108864823" /><Relationship Type="http://schemas.openxmlformats.org/officeDocument/2006/relationships/notesSlide" Target="/ppt/notesSlides/notesSlide17.xml" Id="R4556d18deee348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a98b7c0344b7d" /><Relationship Type="http://schemas.openxmlformats.org/officeDocument/2006/relationships/notesSlide" Target="/ppt/notesSlides/notesSlide18.xml" Id="R8d1540f353694e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f570aa3964e80" /><Relationship Type="http://schemas.openxmlformats.org/officeDocument/2006/relationships/notesSlide" Target="/ppt/notesSlides/notesSlide19.xml" Id="R959c48625b0e42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7e384bc1e499c" /><Relationship Type="http://schemas.openxmlformats.org/officeDocument/2006/relationships/notesSlide" Target="/ppt/notesSlides/notesSlide20.xml" Id="Re5c058a68eda46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5ccb7567d4123" /><Relationship Type="http://schemas.openxmlformats.org/officeDocument/2006/relationships/notesSlide" Target="/ppt/notesSlides/notesSlide21.xml" Id="R7b8a644235fc4c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83efe00854e67" /><Relationship Type="http://schemas.openxmlformats.org/officeDocument/2006/relationships/notesSlide" Target="/ppt/notesSlides/notesSlide22.xml" Id="R8994fb45e19b4c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1907e6b6b4c06" /><Relationship Type="http://schemas.openxmlformats.org/officeDocument/2006/relationships/notesSlide" Target="/ppt/notesSlides/notesSlide23.xml" Id="R4a95973eef2f40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717490eb34548" /><Relationship Type="http://schemas.openxmlformats.org/officeDocument/2006/relationships/notesSlide" Target="/ppt/notesSlides/notesSlide24.xml" Id="R3edd20e0187942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96805fee248d5" /><Relationship Type="http://schemas.openxmlformats.org/officeDocument/2006/relationships/notesSlide" Target="/ppt/notesSlides/notesSlide25.xml" Id="R243bf617135448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54b5b8f044806" /><Relationship Type="http://schemas.openxmlformats.org/officeDocument/2006/relationships/notesSlide" Target="/ppt/notesSlides/notesSlide26.xml" Id="R920411569d4c4e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602ddc7d141a3" /><Relationship Type="http://schemas.openxmlformats.org/officeDocument/2006/relationships/notesSlide" Target="/ppt/notesSlides/notesSlide27.xml" Id="Re860c6e8467948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ca589f40d49c1" /><Relationship Type="http://schemas.openxmlformats.org/officeDocument/2006/relationships/notesSlide" Target="/ppt/notesSlides/notesSlide28.xml" Id="Red22995b22024c0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55a8ffc6d4632" /><Relationship Type="http://schemas.openxmlformats.org/officeDocument/2006/relationships/notesSlide" Target="/ppt/notesSlides/notesSlide29.xml" Id="R8f99ebd36fe7400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6d919a7604c7d" /><Relationship Type="http://schemas.openxmlformats.org/officeDocument/2006/relationships/notesSlide" Target="/ppt/notesSlides/notesSlide30.xml" Id="R46037f80919d4b2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d29033cd24a24" /><Relationship Type="http://schemas.openxmlformats.org/officeDocument/2006/relationships/notesSlide" Target="/ppt/notesSlides/notesSlide31.xml" Id="R9591ebf2741f4b5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94a3b841947cd" /><Relationship Type="http://schemas.openxmlformats.org/officeDocument/2006/relationships/notesSlide" Target="/ppt/notesSlides/notesSlide32.xml" Id="R92d2fbd8486a438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747d275e24346" /><Relationship Type="http://schemas.openxmlformats.org/officeDocument/2006/relationships/notesSlide" Target="/ppt/notesSlides/notesSlide33.xml" Id="R2d6c932b2c9b441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25af65efd40fb" /><Relationship Type="http://schemas.openxmlformats.org/officeDocument/2006/relationships/notesSlide" Target="/ppt/notesSlides/notesSlide34.xml" Id="R8ce5ded91c28472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2b0fc9ab247eb" /><Relationship Type="http://schemas.openxmlformats.org/officeDocument/2006/relationships/notesSlide" Target="/ppt/notesSlides/notesSlide35.xml" Id="R9ca92c5dc0794a2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311e17401492b" /><Relationship Type="http://schemas.openxmlformats.org/officeDocument/2006/relationships/notesSlide" Target="/ppt/notesSlides/notesSlide36.xml" Id="R0c40abf0af06456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69cf723a34858" /><Relationship Type="http://schemas.openxmlformats.org/officeDocument/2006/relationships/notesSlide" Target="/ppt/notesSlides/notesSlide37.xml" Id="Rc83768620d5c4f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58ce6785c84c7e" /><Relationship Type="http://schemas.openxmlformats.org/officeDocument/2006/relationships/notesSlide" Target="/ppt/notesSlides/notesSlide38.xml" Id="Rf69dfb1973ac448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6c664b6d345c4" /><Relationship Type="http://schemas.openxmlformats.org/officeDocument/2006/relationships/notesSlide" Target="/ppt/notesSlides/notesSlide39.xml" Id="Rb3635d808eec4b0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eb2a679cc409b" /><Relationship Type="http://schemas.openxmlformats.org/officeDocument/2006/relationships/notesSlide" Target="/ppt/notesSlides/notesSlide40.xml" Id="Rea37e6d90d2340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4310E05B-3DCC-46F1-8D0B-59D8D510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85525BC-F3CE-459F-9122-8419511A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ISM 310 Week 4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5FBC459-6A62-473B-928A-F7DB1606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Continuity recovery and incident response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5F230EE5-37E8-474D-B8D5-6A40815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November 9–12 2026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77C1788A-E0B8-44CB-AF17-98AE337D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Dr. George Antoniou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23DB9D3-E6BB-4CDC-8F5F-37CAA094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65CBBC2-2A28-46D9-AA9D-7F737F66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1554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D1F6DC06-BC6B-40E3-8F4C-CC2869F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955AA3E-65C0-45B8-8A59-8FEB317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Week 4 daily sequence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A004F-DF87-4CDD-9597-6848063C25D4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Reading or event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Mon Nov 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BIA review and BCP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Chapters 12 review and 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Tue Nov 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Disaster recovery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Chapter 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Wed Nov 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CIRT and incident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Chapter 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Thu Nov 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Oral presentations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Own six-slide presentation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4E4BE5-120C-4429-85E1-AA34DEC2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5BE9A40-5D61-47EC-BF40-51F12AF7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3717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F81F6357-C0EB-443E-87CA-04172405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F8F8831-1446-4371-9D87-1BEF934F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Week 4 outcomes and practice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8278849B-AE3C-4903-B7E2-8E974681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9BAB01D8-C24E-49B7-83C6-1DCBAAA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Connect business impacts to continuity choices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6B36067D-0B92-4447-A8BE-A8E5152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C9481228-C65D-4450-9871-BD090346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Evaluate recovery dependencies and evidence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CB4EB477-07C5-4BDB-9519-81B263F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D9A7F0C1-96D3-414C-9F6D-DB6A9F50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Coordinate response with bounded claims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965327D5-4026-4335-8E14-B0E05B78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2321EC15-3DE5-4BDD-AD53-9975F9F9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Present your own supported research findings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A6DA35E-4DD9-4AF1-AFB7-D8D1857F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D7E34C8-8F68-4298-8070-2EC41D8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20667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5143EF6F-3423-45CF-9C82-A3CE13CA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0613228-7C88-4E96-91DF-B2B3355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Monday learning route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06CCE110-AF63-46EA-B8B2-6ADC10B2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B69AF418-C1D0-412B-B847-5F174A6E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BIA priorities and continuity dependencies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ACB511E2-872F-4DE9-A34E-B476028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5BC722DA-25C5-446C-B754-A9424DB6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D1 continuity decision workshop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04E4EE7B-D1B0-4A8F-B455-2F6334AE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9D4196DD-52F3-4782-A09D-CD824EFB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D2 phases and reconstitution checks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F066C604-905D-4DF9-A475-E65397B5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7E13D2C5-A6AD-4B37-AB0D-A3C9E39B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Project 4 and DQ9 requirements clinic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3C831CD-9508-4E0B-896E-2568C80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F58181D1-C47C-46B5-B50D-C7FB253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1501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FEC1E646-8B7B-4714-A8F5-F585EF24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D5F2DD9-93D1-4037-BAAC-1DF512EF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BIA BCP DRP and CIRT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39E4D-8CAC-4084-BEF8-A190B66DCB80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focus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question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BIA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Impacts and priorities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What suffers as disruption continues?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BCP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Sustaining business activities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How can priority work continue?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DRP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Technology restoration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How can usable systems recover?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CIRT plan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Coordinated incident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Who assesses and directs response?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C9EAA95-9B38-44F4-B3AF-A0160BF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660FA73-DD94-4A5E-AD8C-DD271384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0748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E319F7CA-3EBD-4177-91A9-A8150014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6D2A3C5-7D35-469C-A0D4-9FBA160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Continuity options and dependencies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F8106192-56F3-4EA8-A618-B2D4C70D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2090D822-7C87-4743-867D-82F6E07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Prioritize a business activity using impact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AA3027E0-E721-4AB3-AF01-60AD30E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E31F8D23-8A91-4D63-ABBE-E07765A2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Check staff location access and information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9A4A083A-858D-49D8-BE65-840D4EE3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52A4770-76E1-47F0-93EE-0D866702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Define a controlled temporary process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FE68137E-B56F-4EDF-B689-B406DC38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23926AD9-2734-4031-A2DA-0907CB15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Plan reconciliation and return to normal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0E91373-71F9-458C-ABA8-E420006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FCBA0A87-23F1-42B5-ADB3-F69E629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2541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2EA0DD18-A43C-471C-9851-0B27620A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D17710F-AD46-4C19-B676-5AB35DF3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D1 continuity decision workshop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20E7C630-91C1-4CAF-82A2-483B3C8A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4AB95C3A-2167-4FE9-B499-24B1ED42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the fictional shop outage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C9BDFAB1-23D8-4825-BC79-880B70E9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F682B74B-9700-47E8-A3E7-25FA4D7D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workable temporary operations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359EB272-5C5C-4D19-B339-E5D5610A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DC35911E-509D-4F03-BE5C-B331250E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authority safeguards and limits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E36E1320-D430-4A81-B164-B5FDB361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3DB1900E-630E-4E5D-BDEA-C3B5CFC4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minutes including peer challenge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91A560F-03B0-4528-8262-41CDC0CC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5EDA06A-AFFE-4343-8B7C-031DB78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7997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9D4ACD00-F59D-4F5D-9CCC-96D4AD1A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CC99EA2-92CE-4C5E-ACEC-E04CC49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Course BCP phases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84A3A-1603-46F2-B0FB-0676F8DCECCF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8691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planning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to retain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Notification and activation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Authorize the plan and notify roles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Decision time and recipients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Recovery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Operate the approved workaround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Work records and exceptions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Reconstitution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Return to stable normal operations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Reconciliation and approval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D11116-460C-4BE2-B4F6-561B98FD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649D335-F717-4FE2-9485-2B1FA65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7591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BF59D353-F574-435B-A37E-8596CD7F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BBB6A34-22E5-4C43-894C-AD4AB6F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D2 continuity phase tabletop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51490BDB-78BA-4696-8C90-4243010D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ACD131F3-D285-44E2-ABCE-61E1CDEA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 the supplied actions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DCD62217-BC62-4617-B5DF-AF107516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2E7C799B-69DC-44DF-8A5E-0DB10D6A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decision and operating roles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7CE3B118-6A1A-4978-B1A6-A4D06B62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17E347E6-911E-40C3-829B-6ADC2155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a return-to-normal check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24A8DDC2-776A-488E-9077-4E18531D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990ACEAA-D6ED-469D-979D-DF90E553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minutes with a transition risk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DDB4437-1512-4977-BCAD-E61CB9A4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B1FC653-4CC3-4B54-8F30-3F1A63EB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9503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64DF519E-9282-483E-BB48-0DBE4E92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CB0D71D-EB93-4791-B627-18EF7844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Project 4 scope and prior work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3FCE7B39-2AF3-48B3-A842-43DFD944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9272649B-90BF-4745-A544-4B958AAB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BIA and BCP form the two deliverables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7C4F1A52-C998-4D3E-A902-7412ABF6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B05D4758-7EAB-476A-8F1C-FA31A3F7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Use findings from Projects 1 through 3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B4485856-664E-4AB0-ACB0-F8DADB7E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B007E6D8-500D-471B-AAA6-5EB1B27C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Read the exact rubric and task documents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E6B5FC3D-9B1B-47BA-9D01-8E22C336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C6345FE7-4AE8-4F1E-9CC8-51466636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Include required testing and communication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528D523-4007-4633-8365-E58B3443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0C39E11-6D98-4BD9-B9BE-F19D1EF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5584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54A44FB6-E21D-40EA-BEC6-A42D26A7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C8C52A8-133B-4012-8EBA-B994609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DQ9 and evidence in risk planning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859B6B1F-E97F-4A0A-809A-15B0C79D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B268B5DE-68D3-4580-8BFD-E499CEC3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Read all six prompts in Canvas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7A8F06E7-67A0-445A-9DBE-AB3D04B2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0FB90B9E-4663-4136-B109-CA120A80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Use the assigned source for named components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A5DA8677-2343-437C-9D8B-37B5466A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D6A57DA0-588A-4006-B7D9-CA50791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Explain scope and management roles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8ECDC638-58D3-4A36-91CE-7918723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F4F7AC1E-F11C-4B01-8AA8-9A46C89B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Give the required constructive peer reply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E305291-69E4-4AE7-8363-2D58CE5D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F9981E32-11D6-4D08-8299-2F37BD0B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99690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FD07B49F-4109-46B5-9D1F-7A6F3DC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MONDAY 9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DB47383A-69BA-45DB-98EA-8C2DBAB2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Monday exit and next steps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A543FB9B-36E3-4F9B-B77E-9B4232E6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BC023751-8BB6-4C07-A265-92ED8376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BIA priority and continuity choice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4B751374-17F6-4082-B396-420A4CD3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71687DEB-B098-4728-8DF0-BEB20223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Limits of a workaround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FD5D9388-5A09-456B-9E5E-18BBA04C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9F2159F1-61DA-483B-A2FC-2A203A3C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Reconstitution and reconciliation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DE8B6992-870F-43EB-9A63-56BF432F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463BC98A-9ECB-4D1D-BA61-D896FD98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Prepare Chapter 14 recovery planning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FD03FA06-85A4-439A-BFBD-9ACFD6E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3EBED5D0-9657-4AB9-92BA-48A34D6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4835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7ACAB59-5F51-411B-8D71-952C31B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0BF8489-3BC4-4880-835E-58DB63A5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Tuesday learning route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3CE23CAE-04E2-4A96-A95C-FCBEB2B7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2F0FD0A1-96E9-4139-9868-1350745A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DRP scope and recovery dependencies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B4F26219-A263-4226-9087-51FA93F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C2AEEE66-C36A-4BF1-8047-8C97E178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D3 recovery sequence workshop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783CBCD6-6319-4F4E-8724-19E57935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FFAC5A5-63FE-4BEE-8543-D9AEA57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D4 recovery acceptance evidence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11F0E413-0EC3-4486-9F40-582A4AFA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5FB091ED-4268-4DEA-B285-F250A494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Final Report source clinic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C647BB09-1D4C-484C-A5F1-8DC2E93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AC102F5F-60B8-4C20-B0B1-FFE4BA83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24198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143F5C85-6A86-4FA8-B35E-320002D5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D73BD3D-190E-4568-8202-88F3B069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DRP contents and responsibilities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91D5AE6E-6045-4DC5-8D18-DCC443B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06667BAD-90D4-4324-AC22-5AF6933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Identify systems and business dependencies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05FE1636-5089-4447-BDE5-126C1F9A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22CECDB3-54E8-441E-A7AD-75180C0C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Assign recovery authority and operators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E5AD24C1-8166-4C6E-9B12-5909B007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4436C62F-395A-4C12-A064-77AD8540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Document access recovery and rollback needs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32227A8D-D9F4-4355-BE6E-A55440E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1F545DDD-DA62-44F9-BB0E-7048F8BA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Define validation and service acceptance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44AACD3-5786-4C55-9DF0-D14FC4FF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A606668A-EF98-4D4E-B3E0-6DE58AE2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938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02AF72D-A827-40B2-915A-879DEA7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3E2FD53-B612-4836-A13F-CEFC8C71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Recovery copies and environment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A211EEAB-2FBD-49F5-9D33-9A2582C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C64B6706-EBC4-470C-993C-2A58022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Confirm copy availability and integrity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E83A3A2C-57D1-405A-B66A-56C915D9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60ED2A9-6689-449C-B598-DFE16BC2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Check access and required dependencies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1DEAFDA8-080B-4181-924B-4804113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16D0707F-5687-47DC-9D5A-8CCB1502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Use an approved safe recovery environment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FDC0C450-2E68-482E-BFDE-E3437FC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B79AA30C-1B86-4B03-ABF0-81699B67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Validate the business activity after restoration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6184635-5330-431C-AD3C-4D8952AF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90B38D81-014C-40FA-B56A-3022531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85070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A0056D6B-4764-46DE-AE08-734776B3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2561B43-F20E-4A45-B1FD-087C5E0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D3 recovery sequence workshop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587AC12A-2B7D-45F6-8617-A5B3F10B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B4A010E2-8E4E-4F7A-8C81-3D95BE0F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 the supplied recovery actions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59B5073F-775A-4648-922A-3D359245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7F8693B-CBFE-4378-A843-E139F7B7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prerequisites and decision roles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224B3D73-E330-4C99-83DD-2FA5F52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1D77F6DF-928E-46AD-878A-0B60E62A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validation and a stop condition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45E0BC7D-8A1F-463C-B92A-D3A2842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A4906DB5-FAEA-474D-8E69-AA355C3E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minutes without real system changes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B9C3C6F-85FA-4DBA-A1A5-402BA0A7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5549655-EF7B-42B4-8D3F-96499FF4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39753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7D2A57BB-374B-41A6-9122-E2812A10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D61E57A-F091-4440-80D2-C5C3A1A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Recovery observations and targets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A4634-8144-4E00-A039-C869E29FA152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 or target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Toy 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4 hours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Usable service target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RPO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30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Acceptable data-loss window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Login screen available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2 hours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Technical milestone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Usable orders resume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5 hours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Service recovery observation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Recovered data 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15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Relative to disruption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67C73E2-EB9D-4359-9F37-658FF89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8BDB70-C524-4DDA-960E-929E7325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18713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E753356F-DF1F-43A0-A367-0B52B93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E8434F1-499D-45FD-9CC0-C7017D1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D4 recovery acceptance lab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392E68C2-509E-41ED-8A0B-7CAC014C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183D8C22-5BF4-4E65-87AC-EAE6B5F0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service time with RTO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5BDB16A9-5ABD-4877-886C-D25D57C0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DC272F53-8740-4FC2-ADDB-6058B01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data age with RPO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83C39A3F-1209-4A36-AE58-EDBA2C1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065CB318-61A3-46CC-889B-EDAE38D0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Avoid inventing an MTD result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6A2DF414-E15E-4E15-A586-B47F075E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A2BAF20B-7861-4A51-8424-41232390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minutes including test limitations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FEBFFD0-5F35-4032-9B62-4810997C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F8B4E46-77EB-477A-9E88-FE254410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993755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E31BBE76-7544-4EB1-B1F3-1017209D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16A8E4D-6C10-4095-9DBD-F70FBF55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RMF and assessment source distinctions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B6368C91-FBF2-4447-8D87-2986907B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D3A0B6E0-3CB2-4DFD-9D15-527E720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SP 800-30 addresses risk assessment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CE0FD2FC-76C6-4F4E-B5A7-3DD5E5D7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13F0BC7E-32D9-456B-B439-213B2C8A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SP 800-37 describes the RMF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DEFE3F4F-C5BD-4E9D-86B4-EE19FC10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69301087-A5EB-4EBF-9205-336896C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A control catalog supports control selection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C4A62FD2-A2C0-43A9-AEA7-58227A3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DD866735-6475-4186-9913-B05CD677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Identify purpose revision and actual passages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8DDA228-0C4F-4836-B935-1652556A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01F5E22-78D6-41DF-81E6-47DC9A4C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05625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5197DBBA-55FE-4926-8739-29EB2B4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E8AB076-72B3-47A3-BA17-57F58D5C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Final Report requirement clinic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7F88BA8F-9C52-407E-8955-2310D41F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DFA06E74-1D50-4388-9D47-D0217DCD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Continue the earlier research submissions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155D13B8-0FC0-4A59-AA4F-0F08299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B70C5B9C-388A-4271-AEF4-A1E88969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Preserve the published section order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2A20A426-A133-41B2-AB9A-108AD5D3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B4FE01D3-0D9C-48EB-8716-5CFCACCB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Check the ten-page minimum and exclusions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FADDF993-9AC2-400E-AF47-DD164E3B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3EC6BB7F-9E00-48BE-A12C-D4E1A4C5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Verify references and course AI disclosure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4235EB1-73A9-4CC9-819C-1C909BB6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CE576A9A-F341-4829-A4BA-B8E5FA21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869019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E47B590F-EFFE-42FB-A1D6-59CD1F82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TUESDAY 10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D1C7949-00EB-474A-B1EF-9DC588D3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Tuesday exit and next steps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F8085A6C-38B4-4031-B527-FE98C4B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134B03EC-9032-41AA-92F0-55EA761F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Technical startup versus usable recovery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EC85DE9E-C579-467D-BED9-EAA38181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6ECC0673-9AF5-402E-9AFD-608172E5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Recovery time versus recovered data age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A48F6431-04C5-4B57-80C1-B0C1C3AE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1D12564C-7287-40AA-A3E1-41735346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Unknown MTD remains unknown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59416AFC-4E0D-4310-BAC4-9326E20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91F88F98-2476-4FA2-927E-962E8F0D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Prepare Chapter 15 incident response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DDB116A-A9C1-456A-B585-09833B07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5FA0E112-77AF-4217-B61D-894DB941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297241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D766645-0432-41C5-A17B-7787DBC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0E9CDB2-1D26-4E4C-B028-C97BF77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Wednesday learning route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783C41E4-4951-4CFD-8687-0B556CF8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7DDF5532-5798-4EBC-8184-6C4ADFBE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CIRT roles evidence and escalation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2E7F6FA1-B4AB-4DCD-A5C9-FF5455D5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CD1C7051-8E32-4AC2-9977-A78BE09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D5 incident tabletop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6D805D89-505C-49FF-9E35-5896464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7D294C63-C974-4475-94F6-9357FBCD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D6 remediation and closure evidence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DF720351-9D53-4843-9258-C38B1084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D8A66F3B-9F3D-49EE-8F1A-0FD240D9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Own-slide rehearsal for Thursday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E63E1AB-CB47-438D-B5AC-F38E2123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4ECA507-C95F-4F9E-99CD-D5A699E9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890917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EA2B78EA-ED06-4567-93CB-7C68FBB3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0FB04B1-6C60-4518-AA13-FF597FA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CIRT purpose and decision authority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CAE55B24-B946-4706-9340-C4B3CDD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4C3A051D-C6F8-4562-9CAC-30A1D81C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Coordinate assessment and response decisions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A8D8A396-E8CF-45E3-9297-6F9199BE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8F43985-C58F-489B-9FFF-43D73AA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Assign technical and business responsibilities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7F0385F9-A8E6-4B26-ACBD-CF1D5A0E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06DC8103-AD89-4861-9A3E-B743866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Define escalation and communication routes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7641678B-D0C0-4DDC-B890-7B0CB8C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DE88BAFB-C2E4-48E8-9CD2-511B18B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Maintain evidence and learning records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B15A789-06D3-40F4-B5C5-679ED66A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E7E2407-1948-48BF-916F-7CC715C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74631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22A486D1-F253-47C9-B1EF-FE70F553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1124B77-B066-4D36-A442-74D5E478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Triage evidence and communication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6EB10737-0DB8-46F0-87B4-1169DE3A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BA54A97F-4552-4623-AE92-65F06829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Record the observation and its source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FE506452-7DCF-4194-B630-A177EBF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F59AD01F-D21A-4143-A946-C3C01F45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Separate hypotheses from verified findings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AEB3C8ED-E7E4-4A05-9186-45409F72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33BBE5C4-40D0-4024-BF20-522DADDA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Coordinate preservation and authorized containment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03F90B91-BE4D-4A66-91C3-8281FCA1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91969836-B500-4EE0-B0BF-BB5D1911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Communicate uncertainty to decision makers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6A79077-93C6-4DF3-9BC8-28D19C7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2A9F8B9-B32B-4165-BE81-49ACA74A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930988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2C1AFFF8-2AC4-408C-B57E-7DDFA625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23CA71B-DA7F-4528-A402-9FED29E1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D5 incident tabletop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6206C160-0741-448F-A0FD-DC1A7749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83E87DB5-54F1-49F7-9B07-042717B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only the supplied suspicious-login facts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2DF78E7F-66C5-4C7D-87F6-4C4E40F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B4B9A5B2-4E4E-4352-B22D-6BA0B19D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 proposed roles and decisions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D79D17FC-EF06-440D-B1BA-695146D3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D1EAE518-07B9-46E9-9C46-694DE4B0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evidence and communication limits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2B3CEF82-85AE-452C-B9D0-EDCE004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151713AB-F771-4BA6-A505-57D2D21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minutes with no live attack activity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981C8C2-41CE-4730-B7DB-F51537BA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6B8A318A-3064-463F-8F7F-C2620DE3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659571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9CBE97BD-1F18-49D9-914E-9F73D5BE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078A45C-3719-482B-8972-AC891C3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Response lifecycle and source edition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C1EC973A-BFD1-4F78-8DFE-9A4F2611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EC5FFC2F-97EB-4C55-A47A-BCC8981D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Course readings may use older phase labels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B007A6C1-36E8-49F6-ADB6-CC918B09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2E109F72-771D-45A7-B422-BEEE6231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Rev 3 integrates response with CSF 2.0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223A2060-8C35-415C-B0D3-054717F9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F4AA3986-00EB-4632-A3CB-8F28250E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Read the named edition before comparing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71F0049B-6E79-4BB0-98D7-7E2C60B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10EAD6CB-6B56-4B1E-A44F-96425B6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Retain prevention preparation and improvement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FC9C4DD-05C0-4965-AA4D-1AEC2849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D5E0348-C40B-4FB5-814E-40C9FAD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658078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C7AC5D3F-0433-4B0F-B9A8-8AE2A54C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3B8DFD2-B81A-4C1A-A3D9-E6F959C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D6 fictional response records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9EC8A-D7CF-46FD-A579-6BB2BD626113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Supplied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R1 change ticket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Patch deployment recorded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Effectiveness unverified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R2 scoped retest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Tested weakness not reproduced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Other conditions untested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R3 zero alerts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One hour no displayed alerts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Coverage unverified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R4 scheduled review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Review pending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Approval not 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5F624C-2314-47BB-9809-ECD138ED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5672F1C-AE48-4F74-AF93-A0C237F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476781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A95638F9-D0D6-4A49-85BC-C2BF9F2B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DA07B86-1381-4D48-AC1D-DA451709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D6 verification and closure lab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C464607C-7A9E-450B-A675-89AB210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FE2828B2-A63A-4A1A-8674-2146867B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what each record supports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F0C79212-4BAA-452F-B695-A6CC7D3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7AD2C413-B1D7-40CD-BE8B-22D282D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untested conditions and pending review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C6363ACB-184B-4E01-BC9A-CB1DD4C5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9B62242F-0A3C-45F8-AD4C-DF9BFF51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an accountable next decision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F2AD17A6-52B7-4100-AB58-DF8E8915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71DA0F82-58E3-4A2E-84D9-1E4EEF5C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minutes with a bounded conclusion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8C8A9F9-C20B-49C0-947F-AD5E1ACD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E8CC03EB-FEB9-444C-90F8-D913E4A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795074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784D3834-3A13-44EE-AA94-E8A1F71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1A0FB31-5146-41B1-9C36-9A6C007E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Presentation rehearsal and questions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F13753B7-3817-4DA6-8E6F-ECF1544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CA38E31D-F622-422E-A810-9D4CBC9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Use your own six existing slides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D0FB52D2-1963-4B89-9A94-288B6B13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89954E0-E616-41D0-A154-37B38290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Practice the published 3 to 5 minutes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62BA6279-D094-4633-9615-1F1F3F69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0264B1F-16A8-4EC1-A56D-30A26B8A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Check claims against your Final Report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D147DFDD-846C-4039-9F44-0F1BA0D3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63605983-4767-44EA-9E88-05F59F8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Resolve precise format questions today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B5275B6-A16D-45B7-891D-D3EDC4A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B484D5C-80F4-43D8-B38F-D7FB08CF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440562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519A38A7-AF03-4F75-BC2A-AA0A7699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WEDNESDAY 11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451CFC6-EC89-42BF-AB51-A56E1BBA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Wednesday exit and final readiness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CAC7AC6A-50AB-46E4-8461-3605F36F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3F17AD5D-0CC1-4AD3-8A97-43C4F29A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Observation versus confirmed finding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85350535-962D-4351-A9B1-88D4866D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EDB4AE29-CE82-4A11-B75B-EE280302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Scoped test versus complete assurance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DB06BB73-7A25-40B5-AA80-15D9F0A1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99357EC-F35C-4764-A71A-B870A25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Own-slide readiness and citations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0B5797D3-1F6C-4C1D-B45F-0F2E84AC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A594E4BE-DFE5-45DB-AF63-968F7C2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Bring presentation access and backup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B761D94-9015-4F25-862B-1ED118CE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942FEAAD-14AE-4A8F-9C06-35F5B498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267813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9B1959-342C-43AA-BD9B-BC73AB95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DC2531B-3432-4929-B67C-20DF3A3E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Thursday presentation session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F382BC93-081F-4441-82A3-EF0F4C6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A7EA19E7-95D6-4E32-A993-1BF5A8F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Alphabetical order by last name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4DC421BB-0434-450F-B133-590D974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5BF958E0-71F7-44F3-B11A-1FCF6D86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Your own six-slide research presentation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F558399B-F5F7-469E-BEFE-EB907F26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A06EB8F3-6F1D-4544-8A5C-8BBEB17B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Published 3 to 5 minutes per student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771FC813-06C6-4109-A744-ACC78029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83B51BAC-E7ED-42DB-BC79-48528B9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Presentation upload due today at 5:30 p.m.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70C045C-FACB-479F-A168-ED1D34DA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6B49FBE2-9427-444D-8ACF-0C3F451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670549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8A7B1C42-A18A-461F-A04F-8B3F866B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7E7227E-6EC9-4EA5-AAB5-0F6C1B4B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D7 presentation readiness check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F543B4D0-C997-40CA-B458-A7CBC48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32C2B622-BB5A-44D9-AAC1-61AC723F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final file and backup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BA02614D-4F6B-4453-AA44-6A9557BA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E2FF3AB-9EB5-4F3F-B5D3-49F1089F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required structure and attribution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BFE121ED-B20F-477E-87C8-1AD96ACD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67A26F04-AC2E-4BF6-B16A-DCBF839E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 AI disclosure and timing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0EDE257A-1A22-4186-B8BE-0A51949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D0B2814A-DFEB-4486-A837-70DAEDB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minutes without a new submission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5FFB63C-F43B-4EB3-A08B-F5B6733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4BD202F5-F8AC-4CC3-946A-D8732A45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8823918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9A0C2EEA-41D2-4D80-B8AA-AB5F1595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100650E-E6DB-48F0-B6C9-614E4DAB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Published six-slide structure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6E5C1-4046-4511-B2E3-47F19135D95D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49666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Slide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Published purpose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Cover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Introduction and overview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Part 1 topic description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Part 2 challenges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Part 3 outcomes or solutions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Questions and APA references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1A6BAD6-C8F3-4ABB-AD98-23051D98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220A8F-EFBE-47EF-9914-728F5BF3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513509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98A560B7-CBF4-46CA-B21A-25B8B8AF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A8CEDE7-EDE3-4205-9DDE-98923472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Oral presentations first block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2013987D-5A23-472A-9740-02C58E4D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FBC0CD87-AC5A-431E-BF3D-359ECD7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3:05 to 4:05 p.m.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EE1AAF3C-2A7B-4E93-B980-E0E0EBE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907E2803-BE78-43FE-816B-6326D82F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Professor calls the actual alphabetical roster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FE9AC95A-557E-41E6-9CC8-84495279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EBFFB697-762A-4C43-9302-997C8748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Present claims with accurate source support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CE3631E2-4E73-4C67-9012-9C67144F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85635D34-9F33-4E11-BD2C-513F5F1F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Respect the current speaker and transitions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DA8DF9E-A298-41B4-9F6A-8A70B72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FC5409E1-DB2C-48AF-8FC2-4E76625D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7708960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FE9E3156-8A53-4D7A-9D51-39239D0E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A418519-AFA5-4E01-B96E-C563B592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Class break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5EC32305-BC7A-42F1-815F-C8D76126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54DD9D88-F39F-476B-95A3-6DA498B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4:05 to 4:15 p.m.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6C73FE03-3014-4B27-8060-B16B66FF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02600293-32F0-40CD-ABB8-5EBF0824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Keep presentation files ready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2A164728-748C-4DF2-8C73-BA83C407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BB502DE5-0F3E-41B0-B105-388978BB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Return for the second presentation block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1D46073-FA4B-41BC-813B-9417A2F6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C1F7D0E2-15EF-4ED9-8138-9AC7B479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839671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6056F887-50EA-4969-A5B4-74BE78C3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9A815CF-0EAB-485F-A966-DD330C0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Oral presentations second block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35D0EA4E-5560-42F2-BC11-E75158BB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AF0E896E-2715-4F26-816D-08F49512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4:15 to 5:20 p.m.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9EEBEED9-FFAC-4A63-B5B1-C7B3C73E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FCDF140-1DFA-47BC-B681-675ED15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Continue the actual alphabetical roster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498E7915-01B1-46BF-A52A-4F1C2A67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270A3025-F486-4A3C-A61C-028EE139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Use your own findings and conclusions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EFFE96D3-47EF-482F-9478-7B21AE8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59FD2FCE-D652-4624-897A-3C46AA8F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Keep claims within the evidence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8027014-36CF-44D5-9484-FC2FE2F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CEE0C87-95C6-4BEE-9C4A-D2F7096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990925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D4928BE7-A151-4B5E-B66C-2A354C3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11388A4-8CEC-4EA2-80B9-4B73FC17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D8 course synthesis reflection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417CA172-1FA4-4FC4-8986-AF834554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B32FB6E2-4112-4EB2-8EDF-A12A2E8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one course distinction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45C43C73-17BD-4B7F-8745-CC8E5D05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2223CAF5-6821-4B9C-9E98-5DC1E69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a limit of the supporting evidence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31400662-9893-4047-A24B-8CEB63C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6FBEA7D8-26B4-4C63-94DE-7C166696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separate Friday submissions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6A2296DD-612C-4BB7-BAA3-C654535D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BD2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D2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19CC2011-9273-4684-9361-0B0AF27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minutes of private ungraded reflection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193421C-83D9-43B3-96E7-5274502E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55A05280-2420-468F-97F0-952BCB82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D9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9DE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531877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2284BA40-6165-48E3-B2D6-E8FA025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3C47EAC-F6BE-48DC-BF8D-EA991BA1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Final submission deadlines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E53C8-6AE7-48AA-A3A9-286C83FAB523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Eastern time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T w="9525">
                      <a:solidFill>
                        <a:srgbClr val="CBD5DA"/>
                      </a:solidFill>
                      <a:prstDash val="solid"/>
                    </a:lnT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173B5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Presentation upload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Thu November 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5:30 p.m.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DQ9 and DQ10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Fri November 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5:00 p.m.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Project 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Fri November 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5:00 p.m.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Final Report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DA"/>
                      </a:solidFill>
                      <a:prstDash val="solid"/>
                    </a:lnL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Fri November 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F40"/>
                          </a:solidFill>
                          <a:latin typeface="Arial"/>
                          <a:ea typeface="Arial"/>
                          <a:cs typeface="Arial"/>
                        </a:rPr>
                        <a:t>5:00 p.m.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DA"/>
                      </a:solidFill>
                      <a:prstDash val="solid"/>
                    </a:lnR>
                    <a:lnB w="9525">
                      <a:solidFill>
                        <a:srgbClr val="CBD5DA"/>
                      </a:solidFill>
                      <a:prstDash val="solid"/>
                    </a:lnB>
                    <a:solidFill>
                      <a:srgbClr val="EBF0F2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2A21A1E-1AD5-4C2D-9290-FCFD0798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0E29A4D-1C8D-4D56-8E72-B8DBA460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8198809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DA4B63D3-E02B-4AFB-AED8-E9CE8582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THURSDAY 12 NOV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F246C50B-A40B-43C2-9DE7-EC73A458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Final file and evidence checks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0B5C3480-F2B1-4EA1-80B5-7D7A072E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EBD1E053-17C0-48CB-9F18-0D851693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Open each uploaded file after submission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C4E314AD-9E0D-40EB-98BF-E6C5F53F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ACF522A-F93A-4A5A-B229-35E40B4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Check each separate Canvas item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19166A7A-B9B8-4CAC-B1DC-1DD46479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1D4062E6-BF2A-4DA6-BE71-3B04CC9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Verify references and AI disclosure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AB4B8E29-1A93-4B9C-A99C-DBE20F96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20312628-1CC4-47CE-A150-E4099FE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Keep your submission receipt or confirmation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2C5A7E3-F383-4C69-BE55-05948D4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C543637B-DAD6-4D5F-A045-543FE085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931931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C69716-FD0A-438F-B6CD-5CBEB90F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7DF6F9D-3BA0-458B-93FD-045A8BE7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Sources and course authority</a:t>
            </a:r>
          </a:p>
        </p:txBody>
      </p:sp>
      <p:sp>
        <p:nvSpPr>
          <p:cNvPr id="3" name="index-0">
            <a:extLst xmlns:a="http://schemas.openxmlformats.org/drawingml/2006/main">
              <a:ext uri="{FF2B5EF4-FFF2-40B4-BE49-F238E27FC236}">
                <a16:creationId xmlns:a16="http://schemas.microsoft.com/office/drawing/2014/main" id="{5A115B50-5C0A-4732-AB38-C5AC7907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D7820DF2-A299-4D50-A9FD-F5A13F93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Gibson Chapters 12 through 15 retain their titles</a:t>
            </a:r>
          </a:p>
        </p:txBody>
      </p:sp>
      <p:sp>
        <p:nvSpPr>
          <p:cNvPr id="5" name="index-1">
            <a:extLst xmlns:a="http://schemas.openxmlformats.org/drawingml/2006/main">
              <a:ext uri="{FF2B5EF4-FFF2-40B4-BE49-F238E27FC236}">
                <a16:creationId xmlns:a16="http://schemas.microsoft.com/office/drawing/2014/main" id="{49120481-1AB3-4A5F-BD6A-B478F427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E3E0B765-096D-4404-BB37-3E850AF0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19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Identify NIST publication revisions and scope</a:t>
            </a:r>
          </a:p>
        </p:txBody>
      </p:sp>
      <p:sp>
        <p:nvSpPr>
          <p:cNvPr id="7" name="index-2">
            <a:extLst xmlns:a="http://schemas.openxmlformats.org/drawingml/2006/main">
              <a:ext uri="{FF2B5EF4-FFF2-40B4-BE49-F238E27FC236}">
                <a16:creationId xmlns:a16="http://schemas.microsoft.com/office/drawing/2014/main" id="{AFCE62D5-6681-4E8B-873A-37579AE1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5A2C4E3F-AB15-4413-BBAF-02F8E796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Use the actual assignment and rubric text</a:t>
            </a:r>
          </a:p>
        </p:txBody>
      </p:sp>
      <p:sp>
        <p:nvSpPr>
          <p:cNvPr id="9" name="index-3">
            <a:extLst xmlns:a="http://schemas.openxmlformats.org/drawingml/2006/main">
              <a:ext uri="{FF2B5EF4-FFF2-40B4-BE49-F238E27FC236}">
                <a16:creationId xmlns:a16="http://schemas.microsoft.com/office/drawing/2014/main" id="{CA9A8C81-4801-4A87-B9DA-EB64579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C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20752E73-652B-4DBD-8279-9831FC15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F40"/>
                </a:solidFill>
                <a:latin typeface="Arial"/>
                <a:ea typeface="Arial"/>
                <a:cs typeface="Arial"/>
              </a:rPr>
              <a:t>Fictional practice is separate from graded work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187FDEF-4A10-425F-8BB2-B07780F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ISM 310  Defense in Depth  |  Week 4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98893E0-8CAF-42BC-B4B5-D7140E2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5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084454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2026-10-17T15:08:43.9390000Z</dcterms:created>
  <dcterms:modified xsi:type="dcterms:W3CDTF">2026-10-17T15:08:43.9390000Z</dcterms:modified>
</coreProperties>
</file>